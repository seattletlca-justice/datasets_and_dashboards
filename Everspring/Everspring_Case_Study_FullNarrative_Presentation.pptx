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Case Study: Everspring Inn – A Pandemic-Era Betrayal of Public Trust</a:t>
            </a:r>
          </a:p>
        </p:txBody>
      </p:sp>
      <p:sp>
        <p:nvSpPr>
          <p:cNvPr id="3" name="Subtitle 2"/>
          <p:cNvSpPr>
            <a:spLocks noGrp="1"/>
          </p:cNvSpPr>
          <p:nvPr>
            <p:ph type="subTitle" idx="1"/>
          </p:nvPr>
        </p:nvSpPr>
        <p:spPr/>
        <p:txBody>
          <a:bodyPr/>
          <a:lstStyle/>
          <a:p>
            <a:r>
              <a:t>Seattle Tenant Landlord Compliance Authority (STLCA)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p>
            <a:pPr>
              <a:defRPr sz="1400"/>
            </a:pPr>
            <a:r>
              <a:t>In August 2020, while Seattle's eviction moratorium was in full effect, the Everspring Inn at 8201 Aurora Ave N became the epicenter of a mass eviction that exposed not just a landlord’s misconduct—but the utter collapse of the City’s regulatory safeguards.</a:t>
            </a:r>
          </a:p>
          <a:p>
            <a:pPr>
              <a:defRPr sz="1400"/>
            </a:pPr>
            <a:r>
              <a:t>Approximately 25 long-term tenants, many of them elderly, disabled, or medically vulnerable, were illegally evicted without court orders, due process, or relocation assistance. They were told to leave immediately. Doors were boarded. Water was shut off. Armed security patrolled the premises.</a:t>
            </a:r>
          </a:p>
          <a:p>
            <a:pPr>
              <a:defRPr sz="1400"/>
            </a:pPr>
            <a:r>
              <a:t>Meanwhile, the property owner, Ryan Kang, was reportedly receiving financial assistance from the State of Washington, part of the very system designed to prevent displacement during the pandemic.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Timeline of Events</a:t>
            </a:r>
          </a:p>
        </p:txBody>
      </p:sp>
      <p:sp>
        <p:nvSpPr>
          <p:cNvPr id="3" name="Content Placeholder 2"/>
          <p:cNvSpPr>
            <a:spLocks noGrp="1"/>
          </p:cNvSpPr>
          <p:nvPr>
            <p:ph idx="1"/>
          </p:nvPr>
        </p:nvSpPr>
        <p:spPr/>
        <p:txBody>
          <a:bodyPr/>
          <a:lstStyle/>
          <a:p/>
          <a:p>
            <a:pPr>
              <a:defRPr sz="1400"/>
            </a:pPr>
            <a:r>
              <a:t>- August 1, 2020: Kang posts informal eviction notices, citing crime and a pending SPD nuisance agreement as justification. Tenants are told to vacate immediately—with no legal process, no relocation assistance, and no emergency housing offered. Hot water is shut off. Cars are towed. Windows are boarded shut. Security guards are stationed onsite.</a:t>
            </a:r>
          </a:p>
          <a:p>
            <a:pPr>
              <a:defRPr sz="1400"/>
            </a:pPr>
            <a:r>
              <a:t>- August 6, 2020: SPD signs a nuisance abatement agreement with Kang—five days after the evictions began. Kang uses this as retroactive cover, including in notices that warned police would assist with removals.</a:t>
            </a:r>
          </a:p>
          <a:p>
            <a:pPr>
              <a:defRPr sz="1400"/>
            </a:pPr>
            <a:r>
              <a:t>- August 18, 2020: Thirteen separate tenant complaints are filed with the Seattle Department of Construction and Inspections (SDCI). Each one documents illegal eviction practices, lockouts, utility shutoffs, and intimidation. The complaints are internally coded as:</a:t>
            </a:r>
          </a:p>
          <a:p>
            <a:pPr>
              <a:defRPr sz="1400"/>
            </a:pPr>
            <a:r>
              <a:t>• “Just Cause Eviction”</a:t>
            </a:r>
          </a:p>
          <a:p>
            <a:pPr>
              <a:defRPr sz="1400"/>
            </a:pPr>
            <a:r>
              <a:t>• “COVID19-X”</a:t>
            </a:r>
          </a:p>
          <a:p>
            <a:pPr>
              <a:defRPr sz="1400"/>
            </a:pPr>
            <a:r>
              <a:t>Despite these critical tags, each case is closed shortly after as “Voluntary Compliance”—without a single inspection, notice of violation, or fine.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Personnel Involved</a:t>
            </a:r>
          </a:p>
        </p:txBody>
      </p:sp>
      <p:sp>
        <p:nvSpPr>
          <p:cNvPr id="3" name="Content Placeholder 2"/>
          <p:cNvSpPr>
            <a:spLocks noGrp="1"/>
          </p:cNvSpPr>
          <p:nvPr>
            <p:ph idx="1"/>
          </p:nvPr>
        </p:nvSpPr>
        <p:spPr/>
        <p:txBody>
          <a:bodyPr/>
          <a:lstStyle/>
          <a:p/>
          <a:p>
            <a:pPr>
              <a:defRPr sz="1400"/>
            </a:pPr>
            <a:r>
              <a:t>The closures of these complaints are attributed to two SDCI staff:</a:t>
            </a:r>
          </a:p>
          <a:p>
            <a:pPr>
              <a:defRPr sz="1400"/>
            </a:pPr>
            <a:r>
              <a:t>- Stella Washington</a:t>
            </a:r>
          </a:p>
          <a:p>
            <a:pPr>
              <a:defRPr sz="1400"/>
            </a:pPr>
            <a:r>
              <a:t>- Shantell McEachin</a:t>
            </a:r>
          </a:p>
          <a:p>
            <a:pPr>
              <a:defRPr sz="1400"/>
            </a:pPr>
            <a:r>
              <a:t>These individuals were directly responsible for enforcing the Just Cause Eviction Ordinance (JCEO) and pandemic-era tenant protections. Instead, they marked every complaint as resolved—despite clear evidence of violations in progress.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Response from SDCI</a:t>
            </a:r>
          </a:p>
        </p:txBody>
      </p:sp>
      <p:sp>
        <p:nvSpPr>
          <p:cNvPr id="3" name="Content Placeholder 2"/>
          <p:cNvSpPr>
            <a:spLocks noGrp="1"/>
          </p:cNvSpPr>
          <p:nvPr>
            <p:ph idx="1"/>
          </p:nvPr>
        </p:nvSpPr>
        <p:spPr/>
        <p:txBody>
          <a:bodyPr/>
          <a:lstStyle/>
          <a:p/>
          <a:p>
            <a:pPr>
              <a:defRPr sz="1400"/>
            </a:pPr>
            <a:r>
              <a:t>On August 25, 2020, a full week after all thirteen complaints had been closed, SDCI spokesperson Bryan Stevens publicly stated:</a:t>
            </a:r>
          </a:p>
          <a:p>
            <a:pPr>
              <a:defRPr sz="1400"/>
            </a:pPr>
            <a:r>
              <a:t>“We are reviewing the matter.”</a:t>
            </a:r>
          </a:p>
          <a:p>
            <a:pPr>
              <a:defRPr sz="1400"/>
            </a:pPr>
            <a:r>
              <a:t>By then, every tenant had already been displaced. Stevens later admitted that because Kang did not file formal court evictions, SDCI’s enforcement mechanism was not triggered. In effect, Kang avoided accountability by breaking the law informally—and SDCI stood by and allowed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SPD’s Role: Complicity by Signature</a:t>
            </a:r>
          </a:p>
        </p:txBody>
      </p:sp>
      <p:sp>
        <p:nvSpPr>
          <p:cNvPr id="3" name="Content Placeholder 2"/>
          <p:cNvSpPr>
            <a:spLocks noGrp="1"/>
          </p:cNvSpPr>
          <p:nvPr>
            <p:ph idx="1"/>
          </p:nvPr>
        </p:nvSpPr>
        <p:spPr/>
        <p:txBody>
          <a:bodyPr/>
          <a:lstStyle/>
          <a:p/>
          <a:p>
            <a:pPr>
              <a:defRPr sz="1400"/>
            </a:pPr>
            <a:r>
              <a:t>SPD’s nuisance abatement agreement—signed after the evictions began—was weaponized by Kang to pressure tenants. It was never intended as an eviction tool, and SPD ultimately admitted no officers conducted enforcement at the motel that day.</a:t>
            </a:r>
          </a:p>
          <a:p>
            <a:pPr>
              <a:defRPr sz="1400"/>
            </a:pPr>
            <a:r>
              <a:t>But by signing that agreement after-the-fact, SPD gave the appearance of legal sanction—a detail that SDCI later cited to justify inaction.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History of Violations at Everspring</a:t>
            </a:r>
          </a:p>
        </p:txBody>
      </p:sp>
      <p:sp>
        <p:nvSpPr>
          <p:cNvPr id="3" name="Content Placeholder 2"/>
          <p:cNvSpPr>
            <a:spLocks noGrp="1"/>
          </p:cNvSpPr>
          <p:nvPr>
            <p:ph idx="1"/>
          </p:nvPr>
        </p:nvSpPr>
        <p:spPr/>
        <p:txBody>
          <a:bodyPr/>
          <a:lstStyle/>
          <a:p/>
          <a:p>
            <a:pPr>
              <a:defRPr sz="1400"/>
            </a:pPr>
            <a:r>
              <a:t>- SDCI had been aware of Everspring’s violations for years.</a:t>
            </a:r>
          </a:p>
          <a:p>
            <a:pPr>
              <a:defRPr sz="1400"/>
            </a:pPr>
            <a:r>
              <a:t>- A 2021 Notice of Violation cited more than 150 housing code violations.</a:t>
            </a:r>
          </a:p>
          <a:p>
            <a:pPr>
              <a:defRPr sz="1400"/>
            </a:pPr>
            <a:r>
              <a:t>- The property was not registered under RRIO, yet SDCI still issued building permits in 2021 to convert the property into a hotel—rewarding Kang with a pathway to redevelopment after displacing tenants.</a:t>
            </a:r>
          </a:p>
          <a:p>
            <a:pPr>
              <a:defRPr sz="1400"/>
            </a:pPr>
            <a:r>
              <a:t>Illegal conduct was not punished—it was rewarded.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on Tenants</a:t>
            </a:r>
          </a:p>
        </p:txBody>
      </p:sp>
      <p:sp>
        <p:nvSpPr>
          <p:cNvPr id="3" name="Content Placeholder 2"/>
          <p:cNvSpPr>
            <a:spLocks noGrp="1"/>
          </p:cNvSpPr>
          <p:nvPr>
            <p:ph idx="1"/>
          </p:nvPr>
        </p:nvSpPr>
        <p:spPr/>
        <p:txBody>
          <a:bodyPr/>
          <a:lstStyle/>
          <a:p/>
          <a:p>
            <a:pPr>
              <a:defRPr sz="1400"/>
            </a:pPr>
            <a:r>
              <a:t>- At least 13 complaints were filed—but no inspections occurred.</a:t>
            </a:r>
          </a:p>
          <a:p>
            <a:pPr>
              <a:defRPr sz="1400"/>
            </a:pPr>
            <a:r>
              <a:t>- A seven-month pregnant tenant was hospitalized after being forced out.</a:t>
            </a:r>
          </a:p>
          <a:p>
            <a:pPr>
              <a:defRPr sz="1400"/>
            </a:pPr>
            <a:r>
              <a:t>- One tenant caring for a dying partner was locked out and left homeless.</a:t>
            </a:r>
          </a:p>
          <a:p>
            <a:pPr>
              <a:defRPr sz="1400"/>
            </a:pPr>
            <a:r>
              <a:t>- No tenant received relocation assistance, despite being legally entitled under the Tenant Relocation Assistance Ordinance (TRAO).</a:t>
            </a:r>
          </a:p>
          <a:p>
            <a:pPr>
              <a:defRPr sz="1400"/>
            </a:pPr>
            <a:r>
              <a:t>- Tenants were erased—while Kang accepted state financial support during a time of crisis.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The System Failed Because It Was Designed to Fail</a:t>
            </a:r>
          </a:p>
        </p:txBody>
      </p:sp>
      <p:sp>
        <p:nvSpPr>
          <p:cNvPr id="3" name="Content Placeholder 2"/>
          <p:cNvSpPr>
            <a:spLocks noGrp="1"/>
          </p:cNvSpPr>
          <p:nvPr>
            <p:ph idx="1"/>
          </p:nvPr>
        </p:nvSpPr>
        <p:spPr/>
        <p:txBody>
          <a:bodyPr/>
          <a:lstStyle/>
          <a:p/>
          <a:p>
            <a:pPr>
              <a:defRPr sz="1400"/>
            </a:pPr>
            <a:r>
              <a:t>This case is not just a bureaucratic oversight—it is proof of complicity and systemic rot.</a:t>
            </a:r>
          </a:p>
          <a:p>
            <a:pPr>
              <a:defRPr sz="1400"/>
            </a:pPr>
            <a:r>
              <a:t>- SDCI failed.</a:t>
            </a:r>
          </a:p>
          <a:p>
            <a:pPr>
              <a:defRPr sz="1400"/>
            </a:pPr>
            <a:r>
              <a:t>- SPD enabled.</a:t>
            </a:r>
          </a:p>
          <a:p>
            <a:pPr>
              <a:defRPr sz="1400"/>
            </a:pPr>
            <a:r>
              <a:t>- The city looked away.</a:t>
            </a:r>
          </a:p>
          <a:p>
            <a:pPr>
              <a:defRPr sz="1400"/>
            </a:pPr>
            <a:r>
              <a:t>And while vulnerable tenants were forced into shelters and onto sidewalks, the landlord they trusted to house them was receiving public money—and preparing a commercial redevelopment project funded by displacement.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Demands for Accountability</a:t>
            </a:r>
          </a:p>
        </p:txBody>
      </p:sp>
      <p:sp>
        <p:nvSpPr>
          <p:cNvPr id="3" name="Content Placeholder 2"/>
          <p:cNvSpPr>
            <a:spLocks noGrp="1"/>
          </p:cNvSpPr>
          <p:nvPr>
            <p:ph idx="1"/>
          </p:nvPr>
        </p:nvSpPr>
        <p:spPr/>
        <p:txBody>
          <a:bodyPr/>
          <a:lstStyle/>
          <a:p/>
          <a:p>
            <a:pPr>
              <a:defRPr sz="1400"/>
            </a:pPr>
            <a:r>
              <a:t>We call for:</a:t>
            </a:r>
          </a:p>
          <a:p>
            <a:pPr>
              <a:defRPr sz="1400"/>
            </a:pPr>
            <a:r>
              <a:t>1. A full investigation into the handling of the thirteen Everspring complaints.</a:t>
            </a:r>
          </a:p>
          <a:p>
            <a:pPr>
              <a:defRPr sz="1400"/>
            </a:pPr>
            <a:r>
              <a:t>2. Immediate release of SDCI internal correspondence, inspection logs, and case notes.</a:t>
            </a:r>
          </a:p>
          <a:p>
            <a:pPr>
              <a:defRPr sz="1400"/>
            </a:pPr>
            <a:r>
              <a:t>3. Public censure and personnel review for Stella Washington, Shantell McEachin, and Bryan Stevens.</a:t>
            </a:r>
          </a:p>
          <a:p>
            <a:pPr>
              <a:defRPr sz="1400"/>
            </a:pPr>
            <a:r>
              <a:t>4. An independent oversight authority—STLCA—to permanently replace SDCI’s tenant enforcement division.</a:t>
            </a:r>
          </a:p>
          <a:p>
            <a:pPr>
              <a:defRPr sz="1400"/>
            </a:pPr>
            <a:r>
              <a:t>Seattle’s renters deserve more than paper promises.</a:t>
            </a:r>
          </a:p>
          <a:p>
            <a:pPr>
              <a:defRPr sz="1400"/>
            </a:pPr>
            <a:r>
              <a:t>They deserve protection.</a:t>
            </a:r>
          </a:p>
          <a:p>
            <a:pPr>
              <a:defRPr sz="1400"/>
            </a:pPr>
            <a:r>
              <a:t>They deserve justice.</a:t>
            </a:r>
          </a:p>
          <a:p>
            <a:pPr>
              <a:defRPr sz="1400"/>
            </a:pPr>
            <a:r>
              <a:t>And they deserve an agency that will show up before the eviction, not after the press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
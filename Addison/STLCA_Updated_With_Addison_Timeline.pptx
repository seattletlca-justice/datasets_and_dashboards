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🔥 Addison Fire Timeline – From Warning to Catastrophe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🦠 Thanksgiving–Dec 2019:</a:t>
            </a:r>
            <a:br/>
            <a:r>
              <a:t>  • Trash chute backs up, hallways overflow with garbage and pests.</a:t>
            </a:r>
            <a:br/>
            <a:r>
              <a:t>📅 Dec 26, 2019 – Complaint #1:</a:t>
            </a:r>
            <a:br/>
            <a:r>
              <a:t>  • Trash, rodents, blocked stairs reported. Assigned: Stephen Rudolph.</a:t>
            </a:r>
            <a:br/>
            <a:r>
              <a:t>📅 Dec 31 – Complaint #2:</a:t>
            </a:r>
            <a:br/>
            <a:r>
              <a:t>  • Continued overflow. No management response.</a:t>
            </a:r>
            <a:br/>
            <a:r>
              <a:t>📅 Jan 2 – Complaints #3 &amp; #4:</a:t>
            </a:r>
            <a:br/>
            <a:r>
              <a:t>  • Fire risk cited. Still unresolved.</a:t>
            </a:r>
            <a:br/>
            <a:r>
              <a:t>📅 Jan 3 – Complaint #5:</a:t>
            </a:r>
            <a:br/>
            <a:r>
              <a:t>  • Reiterated safety concerns. Rats, fire hazard, blocked exits.</a:t>
            </a:r>
            <a:br/>
            <a:r>
              <a:t>📅 Jan 6 – All Complaints Closed:</a:t>
            </a:r>
            <a:br/>
            <a:r>
              <a:t>  • Rudolph closes all cases without visiting. Excuse: 'No access.'</a:t>
            </a:r>
            <a:br/>
            <a:r>
              <a:t>🧨 Jan 7 – FIRE:</a:t>
            </a:r>
            <a:br/>
            <a:r>
              <a:t>  • Trash chute ignites. 25 fire units dispatched. Building evacuated.</a:t>
            </a:r>
            <a:br/>
            <a:r>
              <a:t>🚨 Post-Fire – Contradiction:</a:t>
            </a:r>
            <a:br/>
            <a:r>
              <a:t>  • Rudolph claims he was on-site Jan 7 but denied entry.</a:t>
            </a:r>
            <a:br/>
            <a:r>
              <a:t>  • But he already closed the cases the day before. Backdated?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